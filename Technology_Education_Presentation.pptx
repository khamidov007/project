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8635B8-6E7F-4569-A8DC-11F47E3CC75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2A80FC8-79FB-46E0-833D-72EE6DE981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ICT → weak or no effects on test scores.</a:t>
          </a:r>
          <a:endParaRPr lang="en-US"/>
        </a:p>
      </dgm:t>
    </dgm:pt>
    <dgm:pt modelId="{B41F31D2-0139-4197-BF90-8104C3BD1B95}" type="parTrans" cxnId="{B736B58F-6708-4609-95BD-A28E7AD449C6}">
      <dgm:prSet/>
      <dgm:spPr/>
      <dgm:t>
        <a:bodyPr/>
        <a:lstStyle/>
        <a:p>
          <a:endParaRPr lang="en-US"/>
        </a:p>
      </dgm:t>
    </dgm:pt>
    <dgm:pt modelId="{24FF7EBB-B7EE-4590-B1C0-5EB65EF05178}" type="sibTrans" cxnId="{B736B58F-6708-4609-95BD-A28E7AD449C6}">
      <dgm:prSet/>
      <dgm:spPr/>
      <dgm:t>
        <a:bodyPr/>
        <a:lstStyle/>
        <a:p>
          <a:endParaRPr lang="en-US"/>
        </a:p>
      </dgm:t>
    </dgm:pt>
    <dgm:pt modelId="{13FA29EA-1383-4147-8FAD-D866E3F5F7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CAI works sometimes, mainly in math &amp; developing countries.</a:t>
          </a:r>
          <a:endParaRPr lang="en-US"/>
        </a:p>
      </dgm:t>
    </dgm:pt>
    <dgm:pt modelId="{B14260E0-6CD4-4B9E-ADEB-683EFCC454E7}" type="parTrans" cxnId="{EBEB7371-E0AF-4E7E-BD4D-202047239016}">
      <dgm:prSet/>
      <dgm:spPr/>
      <dgm:t>
        <a:bodyPr/>
        <a:lstStyle/>
        <a:p>
          <a:endParaRPr lang="en-US"/>
        </a:p>
      </dgm:t>
    </dgm:pt>
    <dgm:pt modelId="{44C07078-142B-430E-8DB5-2DCE704A670D}" type="sibTrans" cxnId="{EBEB7371-E0AF-4E7E-BD4D-202047239016}">
      <dgm:prSet/>
      <dgm:spPr/>
      <dgm:t>
        <a:bodyPr/>
        <a:lstStyle/>
        <a:p>
          <a:endParaRPr lang="en-US"/>
        </a:p>
      </dgm:t>
    </dgm:pt>
    <dgm:pt modelId="{E576D551-6FDD-4B50-B0D9-833C79C794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Home computers not a guaranteed benefit.</a:t>
          </a:r>
          <a:endParaRPr lang="en-US"/>
        </a:p>
      </dgm:t>
    </dgm:pt>
    <dgm:pt modelId="{82745EA2-7846-4BA5-AFCB-DF593B83575F}" type="parTrans" cxnId="{EB0687DA-DEFD-4B68-B634-1A94FE45C277}">
      <dgm:prSet/>
      <dgm:spPr/>
      <dgm:t>
        <a:bodyPr/>
        <a:lstStyle/>
        <a:p>
          <a:endParaRPr lang="en-US"/>
        </a:p>
      </dgm:t>
    </dgm:pt>
    <dgm:pt modelId="{DD8E6EA0-AD39-4D3A-AEE5-65CF319C36F3}" type="sibTrans" cxnId="{EB0687DA-DEFD-4B68-B634-1A94FE45C277}">
      <dgm:prSet/>
      <dgm:spPr/>
      <dgm:t>
        <a:bodyPr/>
        <a:lstStyle/>
        <a:p>
          <a:endParaRPr lang="en-US"/>
        </a:p>
      </dgm:t>
    </dgm:pt>
    <dgm:pt modelId="{0D4A2EB0-CD5E-4EB9-A003-81C940C151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Digital divide persists.</a:t>
          </a:r>
          <a:endParaRPr lang="en-US"/>
        </a:p>
      </dgm:t>
    </dgm:pt>
    <dgm:pt modelId="{B18772BE-A536-4685-A252-11DD4713E205}" type="parTrans" cxnId="{01AC8406-BB85-4004-B9C7-1487AC9271EC}">
      <dgm:prSet/>
      <dgm:spPr/>
      <dgm:t>
        <a:bodyPr/>
        <a:lstStyle/>
        <a:p>
          <a:endParaRPr lang="en-US"/>
        </a:p>
      </dgm:t>
    </dgm:pt>
    <dgm:pt modelId="{8A93DE56-BB4D-427D-AA42-F51E91F1E023}" type="sibTrans" cxnId="{01AC8406-BB85-4004-B9C7-1487AC9271EC}">
      <dgm:prSet/>
      <dgm:spPr/>
      <dgm:t>
        <a:bodyPr/>
        <a:lstStyle/>
        <a:p>
          <a:endParaRPr lang="en-US"/>
        </a:p>
      </dgm:t>
    </dgm:pt>
    <dgm:pt modelId="{DD51EADB-B65D-4F46-BD47-A52C44DA8E67}" type="pres">
      <dgm:prSet presAssocID="{5D8635B8-6E7F-4569-A8DC-11F47E3CC752}" presName="root" presStyleCnt="0">
        <dgm:presLayoutVars>
          <dgm:dir/>
          <dgm:resizeHandles val="exact"/>
        </dgm:presLayoutVars>
      </dgm:prSet>
      <dgm:spPr/>
    </dgm:pt>
    <dgm:pt modelId="{9D8216F8-0D9A-429B-A8CE-B3E168C6C713}" type="pres">
      <dgm:prSet presAssocID="{C2A80FC8-79FB-46E0-833D-72EE6DE9811A}" presName="compNode" presStyleCnt="0"/>
      <dgm:spPr/>
    </dgm:pt>
    <dgm:pt modelId="{3A857D30-D843-4863-ADCD-5CC576A64901}" type="pres">
      <dgm:prSet presAssocID="{C2A80FC8-79FB-46E0-833D-72EE6DE981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FF62037-C8D4-4680-A7EF-EE7C5AEE8905}" type="pres">
      <dgm:prSet presAssocID="{C2A80FC8-79FB-46E0-833D-72EE6DE9811A}" presName="spaceRect" presStyleCnt="0"/>
      <dgm:spPr/>
    </dgm:pt>
    <dgm:pt modelId="{C84A191F-0D37-48EB-A36E-BAB122FC0998}" type="pres">
      <dgm:prSet presAssocID="{C2A80FC8-79FB-46E0-833D-72EE6DE9811A}" presName="textRect" presStyleLbl="revTx" presStyleIdx="0" presStyleCnt="4">
        <dgm:presLayoutVars>
          <dgm:chMax val="1"/>
          <dgm:chPref val="1"/>
        </dgm:presLayoutVars>
      </dgm:prSet>
      <dgm:spPr/>
    </dgm:pt>
    <dgm:pt modelId="{01E5F78B-5175-4170-BCA9-35746F4F2983}" type="pres">
      <dgm:prSet presAssocID="{24FF7EBB-B7EE-4590-B1C0-5EB65EF05178}" presName="sibTrans" presStyleCnt="0"/>
      <dgm:spPr/>
    </dgm:pt>
    <dgm:pt modelId="{3BD5DACE-B815-484A-BC3F-A26199CC8BAF}" type="pres">
      <dgm:prSet presAssocID="{13FA29EA-1383-4147-8FAD-D866E3F5F750}" presName="compNode" presStyleCnt="0"/>
      <dgm:spPr/>
    </dgm:pt>
    <dgm:pt modelId="{DFB92DD1-0020-4E9A-842B-BC88C6A16514}" type="pres">
      <dgm:prSet presAssocID="{13FA29EA-1383-4147-8FAD-D866E3F5F75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C76C016D-C68F-4FC7-9185-AFD447BE1DBF}" type="pres">
      <dgm:prSet presAssocID="{13FA29EA-1383-4147-8FAD-D866E3F5F750}" presName="spaceRect" presStyleCnt="0"/>
      <dgm:spPr/>
    </dgm:pt>
    <dgm:pt modelId="{CF5F47DC-60A3-4A41-AACD-92F46824E284}" type="pres">
      <dgm:prSet presAssocID="{13FA29EA-1383-4147-8FAD-D866E3F5F750}" presName="textRect" presStyleLbl="revTx" presStyleIdx="1" presStyleCnt="4">
        <dgm:presLayoutVars>
          <dgm:chMax val="1"/>
          <dgm:chPref val="1"/>
        </dgm:presLayoutVars>
      </dgm:prSet>
      <dgm:spPr/>
    </dgm:pt>
    <dgm:pt modelId="{95F20B4E-036F-45CF-A1DF-F9B2379A1A92}" type="pres">
      <dgm:prSet presAssocID="{44C07078-142B-430E-8DB5-2DCE704A670D}" presName="sibTrans" presStyleCnt="0"/>
      <dgm:spPr/>
    </dgm:pt>
    <dgm:pt modelId="{22491DE4-038F-477B-A32D-9F470DC46319}" type="pres">
      <dgm:prSet presAssocID="{E576D551-6FDD-4B50-B0D9-833C79C794D6}" presName="compNode" presStyleCnt="0"/>
      <dgm:spPr/>
    </dgm:pt>
    <dgm:pt modelId="{A3B41122-4725-4962-AF94-9E33BC2F1CA8}" type="pres">
      <dgm:prSet presAssocID="{E576D551-6FDD-4B50-B0D9-833C79C794D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0F30827A-16EA-470E-B6C8-783E8AB9A069}" type="pres">
      <dgm:prSet presAssocID="{E576D551-6FDD-4B50-B0D9-833C79C794D6}" presName="spaceRect" presStyleCnt="0"/>
      <dgm:spPr/>
    </dgm:pt>
    <dgm:pt modelId="{D5DD2290-35ED-4629-BEB5-4915ABC40A50}" type="pres">
      <dgm:prSet presAssocID="{E576D551-6FDD-4B50-B0D9-833C79C794D6}" presName="textRect" presStyleLbl="revTx" presStyleIdx="2" presStyleCnt="4">
        <dgm:presLayoutVars>
          <dgm:chMax val="1"/>
          <dgm:chPref val="1"/>
        </dgm:presLayoutVars>
      </dgm:prSet>
      <dgm:spPr/>
    </dgm:pt>
    <dgm:pt modelId="{EE8904BD-49C9-4E26-B88A-27EDC5C29EE8}" type="pres">
      <dgm:prSet presAssocID="{DD8E6EA0-AD39-4D3A-AEE5-65CF319C36F3}" presName="sibTrans" presStyleCnt="0"/>
      <dgm:spPr/>
    </dgm:pt>
    <dgm:pt modelId="{2695DDAC-1DA7-4523-A4B3-37DFE361AC33}" type="pres">
      <dgm:prSet presAssocID="{0D4A2EB0-CD5E-4EB9-A003-81C940C151AC}" presName="compNode" presStyleCnt="0"/>
      <dgm:spPr/>
    </dgm:pt>
    <dgm:pt modelId="{0D17165C-4F38-422F-A4CA-02029A83975D}" type="pres">
      <dgm:prSet presAssocID="{0D4A2EB0-CD5E-4EB9-A003-81C940C151A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A1C27E7-942A-410E-A952-E854B94686F5}" type="pres">
      <dgm:prSet presAssocID="{0D4A2EB0-CD5E-4EB9-A003-81C940C151AC}" presName="spaceRect" presStyleCnt="0"/>
      <dgm:spPr/>
    </dgm:pt>
    <dgm:pt modelId="{84D3ACE8-EF40-4708-B2C8-58A71CC9A191}" type="pres">
      <dgm:prSet presAssocID="{0D4A2EB0-CD5E-4EB9-A003-81C940C151A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C67EC03-BC29-45D6-BA43-94BA738C832F}" type="presOf" srcId="{C2A80FC8-79FB-46E0-833D-72EE6DE9811A}" destId="{C84A191F-0D37-48EB-A36E-BAB122FC0998}" srcOrd="0" destOrd="0" presId="urn:microsoft.com/office/officeart/2018/2/layout/IconLabelList"/>
    <dgm:cxn modelId="{01AC8406-BB85-4004-B9C7-1487AC9271EC}" srcId="{5D8635B8-6E7F-4569-A8DC-11F47E3CC752}" destId="{0D4A2EB0-CD5E-4EB9-A003-81C940C151AC}" srcOrd="3" destOrd="0" parTransId="{B18772BE-A536-4685-A252-11DD4713E205}" sibTransId="{8A93DE56-BB4D-427D-AA42-F51E91F1E023}"/>
    <dgm:cxn modelId="{F56DC01A-6A6D-4178-B709-0361CECD325D}" type="presOf" srcId="{13FA29EA-1383-4147-8FAD-D866E3F5F750}" destId="{CF5F47DC-60A3-4A41-AACD-92F46824E284}" srcOrd="0" destOrd="0" presId="urn:microsoft.com/office/officeart/2018/2/layout/IconLabelList"/>
    <dgm:cxn modelId="{EBEB7371-E0AF-4E7E-BD4D-202047239016}" srcId="{5D8635B8-6E7F-4569-A8DC-11F47E3CC752}" destId="{13FA29EA-1383-4147-8FAD-D866E3F5F750}" srcOrd="1" destOrd="0" parTransId="{B14260E0-6CD4-4B9E-ADEB-683EFCC454E7}" sibTransId="{44C07078-142B-430E-8DB5-2DCE704A670D}"/>
    <dgm:cxn modelId="{1FB5867E-843E-4814-8AB7-625336420E6C}" type="presOf" srcId="{E576D551-6FDD-4B50-B0D9-833C79C794D6}" destId="{D5DD2290-35ED-4629-BEB5-4915ABC40A50}" srcOrd="0" destOrd="0" presId="urn:microsoft.com/office/officeart/2018/2/layout/IconLabelList"/>
    <dgm:cxn modelId="{B736B58F-6708-4609-95BD-A28E7AD449C6}" srcId="{5D8635B8-6E7F-4569-A8DC-11F47E3CC752}" destId="{C2A80FC8-79FB-46E0-833D-72EE6DE9811A}" srcOrd="0" destOrd="0" parTransId="{B41F31D2-0139-4197-BF90-8104C3BD1B95}" sibTransId="{24FF7EBB-B7EE-4590-B1C0-5EB65EF05178}"/>
    <dgm:cxn modelId="{F9EFC8AB-9264-4F73-B9C4-E3B3353DAB20}" type="presOf" srcId="{5D8635B8-6E7F-4569-A8DC-11F47E3CC752}" destId="{DD51EADB-B65D-4F46-BD47-A52C44DA8E67}" srcOrd="0" destOrd="0" presId="urn:microsoft.com/office/officeart/2018/2/layout/IconLabelList"/>
    <dgm:cxn modelId="{EB0687DA-DEFD-4B68-B634-1A94FE45C277}" srcId="{5D8635B8-6E7F-4569-A8DC-11F47E3CC752}" destId="{E576D551-6FDD-4B50-B0D9-833C79C794D6}" srcOrd="2" destOrd="0" parTransId="{82745EA2-7846-4BA5-AFCB-DF593B83575F}" sibTransId="{DD8E6EA0-AD39-4D3A-AEE5-65CF319C36F3}"/>
    <dgm:cxn modelId="{4B4729F7-DA23-4DE1-83B9-E5F7A08C1AB4}" type="presOf" srcId="{0D4A2EB0-CD5E-4EB9-A003-81C940C151AC}" destId="{84D3ACE8-EF40-4708-B2C8-58A71CC9A191}" srcOrd="0" destOrd="0" presId="urn:microsoft.com/office/officeart/2018/2/layout/IconLabelList"/>
    <dgm:cxn modelId="{930D67C5-3956-4720-B94E-75E148430D07}" type="presParOf" srcId="{DD51EADB-B65D-4F46-BD47-A52C44DA8E67}" destId="{9D8216F8-0D9A-429B-A8CE-B3E168C6C713}" srcOrd="0" destOrd="0" presId="urn:microsoft.com/office/officeart/2018/2/layout/IconLabelList"/>
    <dgm:cxn modelId="{FA761F60-CD0F-4FA0-BDF7-2EB9ADFCFAD9}" type="presParOf" srcId="{9D8216F8-0D9A-429B-A8CE-B3E168C6C713}" destId="{3A857D30-D843-4863-ADCD-5CC576A64901}" srcOrd="0" destOrd="0" presId="urn:microsoft.com/office/officeart/2018/2/layout/IconLabelList"/>
    <dgm:cxn modelId="{53FF6B9B-D26D-4B02-BBC1-A0D7C8DD6BEA}" type="presParOf" srcId="{9D8216F8-0D9A-429B-A8CE-B3E168C6C713}" destId="{8FF62037-C8D4-4680-A7EF-EE7C5AEE8905}" srcOrd="1" destOrd="0" presId="urn:microsoft.com/office/officeart/2018/2/layout/IconLabelList"/>
    <dgm:cxn modelId="{1B2D4EE1-A3E1-4301-B0B2-B842414BBFC4}" type="presParOf" srcId="{9D8216F8-0D9A-429B-A8CE-B3E168C6C713}" destId="{C84A191F-0D37-48EB-A36E-BAB122FC0998}" srcOrd="2" destOrd="0" presId="urn:microsoft.com/office/officeart/2018/2/layout/IconLabelList"/>
    <dgm:cxn modelId="{989EDF8A-520A-49D2-899D-F9894B969367}" type="presParOf" srcId="{DD51EADB-B65D-4F46-BD47-A52C44DA8E67}" destId="{01E5F78B-5175-4170-BCA9-35746F4F2983}" srcOrd="1" destOrd="0" presId="urn:microsoft.com/office/officeart/2018/2/layout/IconLabelList"/>
    <dgm:cxn modelId="{F227A9FE-E325-4F11-B90A-4C45FADCC090}" type="presParOf" srcId="{DD51EADB-B65D-4F46-BD47-A52C44DA8E67}" destId="{3BD5DACE-B815-484A-BC3F-A26199CC8BAF}" srcOrd="2" destOrd="0" presId="urn:microsoft.com/office/officeart/2018/2/layout/IconLabelList"/>
    <dgm:cxn modelId="{9429CCA5-18DB-49F6-89A2-BDAE655B6D45}" type="presParOf" srcId="{3BD5DACE-B815-484A-BC3F-A26199CC8BAF}" destId="{DFB92DD1-0020-4E9A-842B-BC88C6A16514}" srcOrd="0" destOrd="0" presId="urn:microsoft.com/office/officeart/2018/2/layout/IconLabelList"/>
    <dgm:cxn modelId="{0B4A285E-8605-4158-B938-7764561E4DF3}" type="presParOf" srcId="{3BD5DACE-B815-484A-BC3F-A26199CC8BAF}" destId="{C76C016D-C68F-4FC7-9185-AFD447BE1DBF}" srcOrd="1" destOrd="0" presId="urn:microsoft.com/office/officeart/2018/2/layout/IconLabelList"/>
    <dgm:cxn modelId="{301F270E-075F-4D0D-85DC-8D695183C1C1}" type="presParOf" srcId="{3BD5DACE-B815-484A-BC3F-A26199CC8BAF}" destId="{CF5F47DC-60A3-4A41-AACD-92F46824E284}" srcOrd="2" destOrd="0" presId="urn:microsoft.com/office/officeart/2018/2/layout/IconLabelList"/>
    <dgm:cxn modelId="{1CD8A296-F943-4154-9B94-3C174EE06BB6}" type="presParOf" srcId="{DD51EADB-B65D-4F46-BD47-A52C44DA8E67}" destId="{95F20B4E-036F-45CF-A1DF-F9B2379A1A92}" srcOrd="3" destOrd="0" presId="urn:microsoft.com/office/officeart/2018/2/layout/IconLabelList"/>
    <dgm:cxn modelId="{C6A6B36B-CE0F-413B-A843-11AA4A69ED2C}" type="presParOf" srcId="{DD51EADB-B65D-4F46-BD47-A52C44DA8E67}" destId="{22491DE4-038F-477B-A32D-9F470DC46319}" srcOrd="4" destOrd="0" presId="urn:microsoft.com/office/officeart/2018/2/layout/IconLabelList"/>
    <dgm:cxn modelId="{0D58311C-725C-461B-85AA-00586D400443}" type="presParOf" srcId="{22491DE4-038F-477B-A32D-9F470DC46319}" destId="{A3B41122-4725-4962-AF94-9E33BC2F1CA8}" srcOrd="0" destOrd="0" presId="urn:microsoft.com/office/officeart/2018/2/layout/IconLabelList"/>
    <dgm:cxn modelId="{E6B7E225-6A4E-4462-9969-4C4AD5303ED7}" type="presParOf" srcId="{22491DE4-038F-477B-A32D-9F470DC46319}" destId="{0F30827A-16EA-470E-B6C8-783E8AB9A069}" srcOrd="1" destOrd="0" presId="urn:microsoft.com/office/officeart/2018/2/layout/IconLabelList"/>
    <dgm:cxn modelId="{00C3D857-FEA0-4593-A546-97572C84541B}" type="presParOf" srcId="{22491DE4-038F-477B-A32D-9F470DC46319}" destId="{D5DD2290-35ED-4629-BEB5-4915ABC40A50}" srcOrd="2" destOrd="0" presId="urn:microsoft.com/office/officeart/2018/2/layout/IconLabelList"/>
    <dgm:cxn modelId="{E4D478F2-D4BF-4C8A-8693-64B2636839B8}" type="presParOf" srcId="{DD51EADB-B65D-4F46-BD47-A52C44DA8E67}" destId="{EE8904BD-49C9-4E26-B88A-27EDC5C29EE8}" srcOrd="5" destOrd="0" presId="urn:microsoft.com/office/officeart/2018/2/layout/IconLabelList"/>
    <dgm:cxn modelId="{42849BCE-720C-45AC-9F17-0B09EF4F4A75}" type="presParOf" srcId="{DD51EADB-B65D-4F46-BD47-A52C44DA8E67}" destId="{2695DDAC-1DA7-4523-A4B3-37DFE361AC33}" srcOrd="6" destOrd="0" presId="urn:microsoft.com/office/officeart/2018/2/layout/IconLabelList"/>
    <dgm:cxn modelId="{DBEC6F4B-657F-436D-A6DF-6D4007E87355}" type="presParOf" srcId="{2695DDAC-1DA7-4523-A4B3-37DFE361AC33}" destId="{0D17165C-4F38-422F-A4CA-02029A83975D}" srcOrd="0" destOrd="0" presId="urn:microsoft.com/office/officeart/2018/2/layout/IconLabelList"/>
    <dgm:cxn modelId="{B57BFBDF-C64E-4AF0-9B91-BF790EB96B67}" type="presParOf" srcId="{2695DDAC-1DA7-4523-A4B3-37DFE361AC33}" destId="{CA1C27E7-942A-410E-A952-E854B94686F5}" srcOrd="1" destOrd="0" presId="urn:microsoft.com/office/officeart/2018/2/layout/IconLabelList"/>
    <dgm:cxn modelId="{54B3682B-A85C-4B06-89C5-B06E6C5A364C}" type="presParOf" srcId="{2695DDAC-1DA7-4523-A4B3-37DFE361AC33}" destId="{84D3ACE8-EF40-4708-B2C8-58A71CC9A19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0DF3B6-63E7-4F52-A83A-03C25590FBE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5EC363-EF81-4584-8609-F432BCA140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After COVID-19, ICT became essential for remote learning.</a:t>
          </a:r>
          <a:endParaRPr lang="en-US" b="0" dirty="0"/>
        </a:p>
      </dgm:t>
    </dgm:pt>
    <dgm:pt modelId="{1089B5DA-4F97-4C6A-8E8E-40F2AE1A954D}" type="parTrans" cxnId="{6040CAB7-94F3-4A62-94D3-CD4EA23009C4}">
      <dgm:prSet/>
      <dgm:spPr/>
      <dgm:t>
        <a:bodyPr/>
        <a:lstStyle/>
        <a:p>
          <a:endParaRPr lang="en-US"/>
        </a:p>
      </dgm:t>
    </dgm:pt>
    <dgm:pt modelId="{891D7D7E-9CDC-4A2A-BBA8-4379539CAAC5}" type="sibTrans" cxnId="{6040CAB7-94F3-4A62-94D3-CD4EA23009C4}">
      <dgm:prSet/>
      <dgm:spPr/>
      <dgm:t>
        <a:bodyPr/>
        <a:lstStyle/>
        <a:p>
          <a:endParaRPr lang="en-US"/>
        </a:p>
      </dgm:t>
    </dgm:pt>
    <dgm:pt modelId="{BFD6CFC3-0044-4FCD-9C78-F8AB9238E5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AI (ChatGPT, adaptive learning tools) now provides personalized tutoring.</a:t>
          </a:r>
          <a:endParaRPr lang="en-US" b="0" dirty="0"/>
        </a:p>
      </dgm:t>
    </dgm:pt>
    <dgm:pt modelId="{3193429C-E4AA-483D-80B9-1AFCA2C269A7}" type="parTrans" cxnId="{DADE9D78-13E9-4F85-BC18-9436055DBA0F}">
      <dgm:prSet/>
      <dgm:spPr/>
      <dgm:t>
        <a:bodyPr/>
        <a:lstStyle/>
        <a:p>
          <a:endParaRPr lang="en-US"/>
        </a:p>
      </dgm:t>
    </dgm:pt>
    <dgm:pt modelId="{A235C564-4A29-48F3-9B48-FD673FE07704}" type="sibTrans" cxnId="{DADE9D78-13E9-4F85-BC18-9436055DBA0F}">
      <dgm:prSet/>
      <dgm:spPr/>
      <dgm:t>
        <a:bodyPr/>
        <a:lstStyle/>
        <a:p>
          <a:endParaRPr lang="en-US"/>
        </a:p>
      </dgm:t>
    </dgm:pt>
    <dgm:pt modelId="{6AD146B1-3104-4AC0-BEAD-E8491102AD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Digital divide is shrinking, but quality of use still matters.</a:t>
          </a:r>
          <a:endParaRPr lang="en-US"/>
        </a:p>
      </dgm:t>
    </dgm:pt>
    <dgm:pt modelId="{13E2363E-2A9B-4011-81C7-AD04DB7603F5}" type="parTrans" cxnId="{68E7ACE7-A370-4433-B2EB-966467483AD1}">
      <dgm:prSet/>
      <dgm:spPr/>
      <dgm:t>
        <a:bodyPr/>
        <a:lstStyle/>
        <a:p>
          <a:endParaRPr lang="en-US"/>
        </a:p>
      </dgm:t>
    </dgm:pt>
    <dgm:pt modelId="{7B765ACA-9EBE-43A8-8271-72D8B2DB3FA2}" type="sibTrans" cxnId="{68E7ACE7-A370-4433-B2EB-966467483AD1}">
      <dgm:prSet/>
      <dgm:spPr/>
      <dgm:t>
        <a:bodyPr/>
        <a:lstStyle/>
        <a:p>
          <a:endParaRPr lang="en-US"/>
        </a:p>
      </dgm:t>
    </dgm:pt>
    <dgm:pt modelId="{4BB7551C-AAE6-4DAF-ADE7-9EDA75AAA3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ICT is now a foundation of education, not just a supplement.</a:t>
          </a:r>
          <a:endParaRPr lang="en-US" b="0" dirty="0"/>
        </a:p>
      </dgm:t>
    </dgm:pt>
    <dgm:pt modelId="{57391B0A-1169-4BA4-AC53-30361D240FD2}" type="parTrans" cxnId="{3F683295-CDD5-4629-942B-AB99F1D83EA3}">
      <dgm:prSet/>
      <dgm:spPr/>
      <dgm:t>
        <a:bodyPr/>
        <a:lstStyle/>
        <a:p>
          <a:endParaRPr lang="en-US"/>
        </a:p>
      </dgm:t>
    </dgm:pt>
    <dgm:pt modelId="{7841D9A0-04A3-44E5-BE92-0B3AFE2C1C47}" type="sibTrans" cxnId="{3F683295-CDD5-4629-942B-AB99F1D83EA3}">
      <dgm:prSet/>
      <dgm:spPr/>
      <dgm:t>
        <a:bodyPr/>
        <a:lstStyle/>
        <a:p>
          <a:endParaRPr lang="en-US"/>
        </a:p>
      </dgm:t>
    </dgm:pt>
    <dgm:pt modelId="{2C154BF2-18A1-4910-ACC2-FA72C597F2E0}" type="pres">
      <dgm:prSet presAssocID="{730DF3B6-63E7-4F52-A83A-03C25590FBEE}" presName="root" presStyleCnt="0">
        <dgm:presLayoutVars>
          <dgm:dir/>
          <dgm:resizeHandles val="exact"/>
        </dgm:presLayoutVars>
      </dgm:prSet>
      <dgm:spPr/>
    </dgm:pt>
    <dgm:pt modelId="{0ECCECB7-848A-4F0D-A9E0-A223023AAE93}" type="pres">
      <dgm:prSet presAssocID="{EC5EC363-EF81-4584-8609-F432BCA14005}" presName="compNode" presStyleCnt="0"/>
      <dgm:spPr/>
    </dgm:pt>
    <dgm:pt modelId="{253C0C4D-DF2E-47EB-9A2C-419ED73ED7B1}" type="pres">
      <dgm:prSet presAssocID="{EC5EC363-EF81-4584-8609-F432BCA1400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4A445FC4-22FD-4CD2-9B83-8511434CD379}" type="pres">
      <dgm:prSet presAssocID="{EC5EC363-EF81-4584-8609-F432BCA14005}" presName="spaceRect" presStyleCnt="0"/>
      <dgm:spPr/>
    </dgm:pt>
    <dgm:pt modelId="{B0A2327A-04DD-494E-8A6E-F85F9C1EF348}" type="pres">
      <dgm:prSet presAssocID="{EC5EC363-EF81-4584-8609-F432BCA14005}" presName="textRect" presStyleLbl="revTx" presStyleIdx="0" presStyleCnt="4">
        <dgm:presLayoutVars>
          <dgm:chMax val="1"/>
          <dgm:chPref val="1"/>
        </dgm:presLayoutVars>
      </dgm:prSet>
      <dgm:spPr/>
    </dgm:pt>
    <dgm:pt modelId="{70BC5BA2-5AED-4449-95AA-9144A928A04E}" type="pres">
      <dgm:prSet presAssocID="{891D7D7E-9CDC-4A2A-BBA8-4379539CAAC5}" presName="sibTrans" presStyleCnt="0"/>
      <dgm:spPr/>
    </dgm:pt>
    <dgm:pt modelId="{11E27C9E-8332-4F6A-95D7-9E24C7C37DBE}" type="pres">
      <dgm:prSet presAssocID="{BFD6CFC3-0044-4FCD-9C78-F8AB9238E5E0}" presName="compNode" presStyleCnt="0"/>
      <dgm:spPr/>
    </dgm:pt>
    <dgm:pt modelId="{0401BA91-FB6D-4991-B100-1FD47A9475F0}" type="pres">
      <dgm:prSet presAssocID="{BFD6CFC3-0044-4FCD-9C78-F8AB9238E5E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178B37B-F071-4522-8662-42CE86E4AC5D}" type="pres">
      <dgm:prSet presAssocID="{BFD6CFC3-0044-4FCD-9C78-F8AB9238E5E0}" presName="spaceRect" presStyleCnt="0"/>
      <dgm:spPr/>
    </dgm:pt>
    <dgm:pt modelId="{B711D72B-0BC7-41A2-B541-A83F94ADD0B3}" type="pres">
      <dgm:prSet presAssocID="{BFD6CFC3-0044-4FCD-9C78-F8AB9238E5E0}" presName="textRect" presStyleLbl="revTx" presStyleIdx="1" presStyleCnt="4">
        <dgm:presLayoutVars>
          <dgm:chMax val="1"/>
          <dgm:chPref val="1"/>
        </dgm:presLayoutVars>
      </dgm:prSet>
      <dgm:spPr/>
    </dgm:pt>
    <dgm:pt modelId="{91751F61-1CF5-4509-B362-7D563F75C6DD}" type="pres">
      <dgm:prSet presAssocID="{A235C564-4A29-48F3-9B48-FD673FE07704}" presName="sibTrans" presStyleCnt="0"/>
      <dgm:spPr/>
    </dgm:pt>
    <dgm:pt modelId="{E4F841DD-6247-443B-8B1D-19C1D118E1CF}" type="pres">
      <dgm:prSet presAssocID="{6AD146B1-3104-4AC0-BEAD-E8491102AD14}" presName="compNode" presStyleCnt="0"/>
      <dgm:spPr/>
    </dgm:pt>
    <dgm:pt modelId="{E9CACAC4-A2DA-452C-9BDE-77DED36E1A9E}" type="pres">
      <dgm:prSet presAssocID="{6AD146B1-3104-4AC0-BEAD-E8491102AD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31536C61-E892-4B84-A011-75F4A406FA8F}" type="pres">
      <dgm:prSet presAssocID="{6AD146B1-3104-4AC0-BEAD-E8491102AD14}" presName="spaceRect" presStyleCnt="0"/>
      <dgm:spPr/>
    </dgm:pt>
    <dgm:pt modelId="{38AD7F6D-40CE-4D09-BC67-8E0E9518DAB5}" type="pres">
      <dgm:prSet presAssocID="{6AD146B1-3104-4AC0-BEAD-E8491102AD14}" presName="textRect" presStyleLbl="revTx" presStyleIdx="2" presStyleCnt="4">
        <dgm:presLayoutVars>
          <dgm:chMax val="1"/>
          <dgm:chPref val="1"/>
        </dgm:presLayoutVars>
      </dgm:prSet>
      <dgm:spPr/>
    </dgm:pt>
    <dgm:pt modelId="{CCAFC3AF-D4E7-46DB-9E7E-57324933E405}" type="pres">
      <dgm:prSet presAssocID="{7B765ACA-9EBE-43A8-8271-72D8B2DB3FA2}" presName="sibTrans" presStyleCnt="0"/>
      <dgm:spPr/>
    </dgm:pt>
    <dgm:pt modelId="{1BB48992-A285-44A4-AD05-65E041BBFF57}" type="pres">
      <dgm:prSet presAssocID="{4BB7551C-AAE6-4DAF-ADE7-9EDA75AAA38F}" presName="compNode" presStyleCnt="0"/>
      <dgm:spPr/>
    </dgm:pt>
    <dgm:pt modelId="{E71C1AD6-A737-4137-A0D0-383476371B71}" type="pres">
      <dgm:prSet presAssocID="{4BB7551C-AAE6-4DAF-ADE7-9EDA75AAA3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84DE47E3-339A-4D86-871D-F87396A78ADB}" type="pres">
      <dgm:prSet presAssocID="{4BB7551C-AAE6-4DAF-ADE7-9EDA75AAA38F}" presName="spaceRect" presStyleCnt="0"/>
      <dgm:spPr/>
    </dgm:pt>
    <dgm:pt modelId="{A624F78C-E245-429A-8729-E5F66439150E}" type="pres">
      <dgm:prSet presAssocID="{4BB7551C-AAE6-4DAF-ADE7-9EDA75AAA38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984C70B-6547-44BC-A77A-33E9D10E41CA}" type="presOf" srcId="{6AD146B1-3104-4AC0-BEAD-E8491102AD14}" destId="{38AD7F6D-40CE-4D09-BC67-8E0E9518DAB5}" srcOrd="0" destOrd="0" presId="urn:microsoft.com/office/officeart/2018/2/layout/IconLabelList"/>
    <dgm:cxn modelId="{A68BFA19-C8BC-4859-A4EF-A53A11F95BE0}" type="presOf" srcId="{730DF3B6-63E7-4F52-A83A-03C25590FBEE}" destId="{2C154BF2-18A1-4910-ACC2-FA72C597F2E0}" srcOrd="0" destOrd="0" presId="urn:microsoft.com/office/officeart/2018/2/layout/IconLabelList"/>
    <dgm:cxn modelId="{BC6EEE3A-1E63-49A3-B43F-99D6E8BB29DA}" type="presOf" srcId="{BFD6CFC3-0044-4FCD-9C78-F8AB9238E5E0}" destId="{B711D72B-0BC7-41A2-B541-A83F94ADD0B3}" srcOrd="0" destOrd="0" presId="urn:microsoft.com/office/officeart/2018/2/layout/IconLabelList"/>
    <dgm:cxn modelId="{25BCBE44-6F51-457A-A398-0989DFD8B134}" type="presOf" srcId="{EC5EC363-EF81-4584-8609-F432BCA14005}" destId="{B0A2327A-04DD-494E-8A6E-F85F9C1EF348}" srcOrd="0" destOrd="0" presId="urn:microsoft.com/office/officeart/2018/2/layout/IconLabelList"/>
    <dgm:cxn modelId="{DADE9D78-13E9-4F85-BC18-9436055DBA0F}" srcId="{730DF3B6-63E7-4F52-A83A-03C25590FBEE}" destId="{BFD6CFC3-0044-4FCD-9C78-F8AB9238E5E0}" srcOrd="1" destOrd="0" parTransId="{3193429C-E4AA-483D-80B9-1AFCA2C269A7}" sibTransId="{A235C564-4A29-48F3-9B48-FD673FE07704}"/>
    <dgm:cxn modelId="{3F683295-CDD5-4629-942B-AB99F1D83EA3}" srcId="{730DF3B6-63E7-4F52-A83A-03C25590FBEE}" destId="{4BB7551C-AAE6-4DAF-ADE7-9EDA75AAA38F}" srcOrd="3" destOrd="0" parTransId="{57391B0A-1169-4BA4-AC53-30361D240FD2}" sibTransId="{7841D9A0-04A3-44E5-BE92-0B3AFE2C1C47}"/>
    <dgm:cxn modelId="{6040CAB7-94F3-4A62-94D3-CD4EA23009C4}" srcId="{730DF3B6-63E7-4F52-A83A-03C25590FBEE}" destId="{EC5EC363-EF81-4584-8609-F432BCA14005}" srcOrd="0" destOrd="0" parTransId="{1089B5DA-4F97-4C6A-8E8E-40F2AE1A954D}" sibTransId="{891D7D7E-9CDC-4A2A-BBA8-4379539CAAC5}"/>
    <dgm:cxn modelId="{68E7ACE7-A370-4433-B2EB-966467483AD1}" srcId="{730DF3B6-63E7-4F52-A83A-03C25590FBEE}" destId="{6AD146B1-3104-4AC0-BEAD-E8491102AD14}" srcOrd="2" destOrd="0" parTransId="{13E2363E-2A9B-4011-81C7-AD04DB7603F5}" sibTransId="{7B765ACA-9EBE-43A8-8271-72D8B2DB3FA2}"/>
    <dgm:cxn modelId="{5F31C4FA-AE35-453E-B3D6-A181BE0A4C27}" type="presOf" srcId="{4BB7551C-AAE6-4DAF-ADE7-9EDA75AAA38F}" destId="{A624F78C-E245-429A-8729-E5F66439150E}" srcOrd="0" destOrd="0" presId="urn:microsoft.com/office/officeart/2018/2/layout/IconLabelList"/>
    <dgm:cxn modelId="{BA88CEAD-58E1-46A9-B200-5523FB4F37F8}" type="presParOf" srcId="{2C154BF2-18A1-4910-ACC2-FA72C597F2E0}" destId="{0ECCECB7-848A-4F0D-A9E0-A223023AAE93}" srcOrd="0" destOrd="0" presId="urn:microsoft.com/office/officeart/2018/2/layout/IconLabelList"/>
    <dgm:cxn modelId="{6060EA56-E5D9-4615-9B39-5DCBB2D125E1}" type="presParOf" srcId="{0ECCECB7-848A-4F0D-A9E0-A223023AAE93}" destId="{253C0C4D-DF2E-47EB-9A2C-419ED73ED7B1}" srcOrd="0" destOrd="0" presId="urn:microsoft.com/office/officeart/2018/2/layout/IconLabelList"/>
    <dgm:cxn modelId="{865503DC-F529-434B-A401-7DCC043EA2C5}" type="presParOf" srcId="{0ECCECB7-848A-4F0D-A9E0-A223023AAE93}" destId="{4A445FC4-22FD-4CD2-9B83-8511434CD379}" srcOrd="1" destOrd="0" presId="urn:microsoft.com/office/officeart/2018/2/layout/IconLabelList"/>
    <dgm:cxn modelId="{D8553B68-B984-4510-9EFA-18E3D82F33DB}" type="presParOf" srcId="{0ECCECB7-848A-4F0D-A9E0-A223023AAE93}" destId="{B0A2327A-04DD-494E-8A6E-F85F9C1EF348}" srcOrd="2" destOrd="0" presId="urn:microsoft.com/office/officeart/2018/2/layout/IconLabelList"/>
    <dgm:cxn modelId="{90BDAC82-8ABE-4530-956E-7C9D90133CA3}" type="presParOf" srcId="{2C154BF2-18A1-4910-ACC2-FA72C597F2E0}" destId="{70BC5BA2-5AED-4449-95AA-9144A928A04E}" srcOrd="1" destOrd="0" presId="urn:microsoft.com/office/officeart/2018/2/layout/IconLabelList"/>
    <dgm:cxn modelId="{60093909-1005-46B0-A3D9-3ECE95961354}" type="presParOf" srcId="{2C154BF2-18A1-4910-ACC2-FA72C597F2E0}" destId="{11E27C9E-8332-4F6A-95D7-9E24C7C37DBE}" srcOrd="2" destOrd="0" presId="urn:microsoft.com/office/officeart/2018/2/layout/IconLabelList"/>
    <dgm:cxn modelId="{81942358-9C9B-479B-8CFD-B8FCABF21AA9}" type="presParOf" srcId="{11E27C9E-8332-4F6A-95D7-9E24C7C37DBE}" destId="{0401BA91-FB6D-4991-B100-1FD47A9475F0}" srcOrd="0" destOrd="0" presId="urn:microsoft.com/office/officeart/2018/2/layout/IconLabelList"/>
    <dgm:cxn modelId="{99990589-3C09-4422-B910-CB07D355B430}" type="presParOf" srcId="{11E27C9E-8332-4F6A-95D7-9E24C7C37DBE}" destId="{E178B37B-F071-4522-8662-42CE86E4AC5D}" srcOrd="1" destOrd="0" presId="urn:microsoft.com/office/officeart/2018/2/layout/IconLabelList"/>
    <dgm:cxn modelId="{75FA7742-547B-4DD1-A478-444E0BEDEA4E}" type="presParOf" srcId="{11E27C9E-8332-4F6A-95D7-9E24C7C37DBE}" destId="{B711D72B-0BC7-41A2-B541-A83F94ADD0B3}" srcOrd="2" destOrd="0" presId="urn:microsoft.com/office/officeart/2018/2/layout/IconLabelList"/>
    <dgm:cxn modelId="{E78C37A1-2658-4F15-990B-8AFC31EDB420}" type="presParOf" srcId="{2C154BF2-18A1-4910-ACC2-FA72C597F2E0}" destId="{91751F61-1CF5-4509-B362-7D563F75C6DD}" srcOrd="3" destOrd="0" presId="urn:microsoft.com/office/officeart/2018/2/layout/IconLabelList"/>
    <dgm:cxn modelId="{5047CFD8-D84F-43C8-8D94-1E7D8DBDBF4E}" type="presParOf" srcId="{2C154BF2-18A1-4910-ACC2-FA72C597F2E0}" destId="{E4F841DD-6247-443B-8B1D-19C1D118E1CF}" srcOrd="4" destOrd="0" presId="urn:microsoft.com/office/officeart/2018/2/layout/IconLabelList"/>
    <dgm:cxn modelId="{A136E07D-A156-4053-8BAA-96AC807654D2}" type="presParOf" srcId="{E4F841DD-6247-443B-8B1D-19C1D118E1CF}" destId="{E9CACAC4-A2DA-452C-9BDE-77DED36E1A9E}" srcOrd="0" destOrd="0" presId="urn:microsoft.com/office/officeart/2018/2/layout/IconLabelList"/>
    <dgm:cxn modelId="{39294DB8-E840-480F-92EF-33771B9E35DA}" type="presParOf" srcId="{E4F841DD-6247-443B-8B1D-19C1D118E1CF}" destId="{31536C61-E892-4B84-A011-75F4A406FA8F}" srcOrd="1" destOrd="0" presId="urn:microsoft.com/office/officeart/2018/2/layout/IconLabelList"/>
    <dgm:cxn modelId="{329AE019-6401-4608-B18C-8B9061C3A67A}" type="presParOf" srcId="{E4F841DD-6247-443B-8B1D-19C1D118E1CF}" destId="{38AD7F6D-40CE-4D09-BC67-8E0E9518DAB5}" srcOrd="2" destOrd="0" presId="urn:microsoft.com/office/officeart/2018/2/layout/IconLabelList"/>
    <dgm:cxn modelId="{4D2DE736-768A-4F04-8675-9594D833CD65}" type="presParOf" srcId="{2C154BF2-18A1-4910-ACC2-FA72C597F2E0}" destId="{CCAFC3AF-D4E7-46DB-9E7E-57324933E405}" srcOrd="5" destOrd="0" presId="urn:microsoft.com/office/officeart/2018/2/layout/IconLabelList"/>
    <dgm:cxn modelId="{29F89372-5F55-4632-848E-0053AB6A0069}" type="presParOf" srcId="{2C154BF2-18A1-4910-ACC2-FA72C597F2E0}" destId="{1BB48992-A285-44A4-AD05-65E041BBFF57}" srcOrd="6" destOrd="0" presId="urn:microsoft.com/office/officeart/2018/2/layout/IconLabelList"/>
    <dgm:cxn modelId="{183CC2F6-6275-4FB2-8691-EE7D833EC9FE}" type="presParOf" srcId="{1BB48992-A285-44A4-AD05-65E041BBFF57}" destId="{E71C1AD6-A737-4137-A0D0-383476371B71}" srcOrd="0" destOrd="0" presId="urn:microsoft.com/office/officeart/2018/2/layout/IconLabelList"/>
    <dgm:cxn modelId="{E4D02656-D2BD-4619-BCF0-672ADDB4C531}" type="presParOf" srcId="{1BB48992-A285-44A4-AD05-65E041BBFF57}" destId="{84DE47E3-339A-4D86-871D-F87396A78ADB}" srcOrd="1" destOrd="0" presId="urn:microsoft.com/office/officeart/2018/2/layout/IconLabelList"/>
    <dgm:cxn modelId="{5698AC44-49FC-4C86-AF19-EA292E8BC124}" type="presParOf" srcId="{1BB48992-A285-44A4-AD05-65E041BBFF57}" destId="{A624F78C-E245-429A-8729-E5F66439150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57D30-D843-4863-ADCD-5CC576A64901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4A191F-0D37-48EB-A36E-BAB122FC0998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ICT → weak or no effects on test scores.</a:t>
          </a:r>
          <a:endParaRPr lang="en-US" sz="1500" kern="1200"/>
        </a:p>
      </dsp:txBody>
      <dsp:txXfrm>
        <a:off x="42299" y="2443760"/>
        <a:ext cx="1800000" cy="720000"/>
      </dsp:txXfrm>
    </dsp:sp>
    <dsp:sp modelId="{DFB92DD1-0020-4E9A-842B-BC88C6A16514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F47DC-60A3-4A41-AACD-92F46824E284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CAI works sometimes, mainly in math &amp; developing countries.</a:t>
          </a:r>
          <a:endParaRPr lang="en-US" sz="1500" kern="1200"/>
        </a:p>
      </dsp:txBody>
      <dsp:txXfrm>
        <a:off x="2157300" y="2443760"/>
        <a:ext cx="1800000" cy="720000"/>
      </dsp:txXfrm>
    </dsp:sp>
    <dsp:sp modelId="{A3B41122-4725-4962-AF94-9E33BC2F1CA8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DD2290-35ED-4629-BEB5-4915ABC40A50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Home computers not a guaranteed benefit.</a:t>
          </a:r>
          <a:endParaRPr lang="en-US" sz="1500" kern="1200"/>
        </a:p>
      </dsp:txBody>
      <dsp:txXfrm>
        <a:off x="4272300" y="2443760"/>
        <a:ext cx="1800000" cy="720000"/>
      </dsp:txXfrm>
    </dsp:sp>
    <dsp:sp modelId="{0D17165C-4F38-422F-A4CA-02029A83975D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3ACE8-EF40-4708-B2C8-58A71CC9A191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Digital divide persists.</a:t>
          </a:r>
          <a:endParaRPr lang="en-US" sz="1500" kern="1200"/>
        </a:p>
      </dsp:txBody>
      <dsp:txXfrm>
        <a:off x="6387300" y="244376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C0C4D-DF2E-47EB-9A2C-419ED73ED7B1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2327A-04DD-494E-8A6E-F85F9C1EF348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 dirty="0"/>
            <a:t>After COVID-19, ICT became essential for remote learning.</a:t>
          </a:r>
          <a:endParaRPr lang="en-US" sz="1200" b="0" kern="1200" dirty="0"/>
        </a:p>
      </dsp:txBody>
      <dsp:txXfrm>
        <a:off x="42299" y="2443760"/>
        <a:ext cx="1800000" cy="720000"/>
      </dsp:txXfrm>
    </dsp:sp>
    <dsp:sp modelId="{0401BA91-FB6D-4991-B100-1FD47A9475F0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1D72B-0BC7-41A2-B541-A83F94ADD0B3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 dirty="0"/>
            <a:t>AI (ChatGPT, adaptive learning tools) now provides personalized tutoring.</a:t>
          </a:r>
          <a:endParaRPr lang="en-US" sz="1200" b="0" kern="1200" dirty="0"/>
        </a:p>
      </dsp:txBody>
      <dsp:txXfrm>
        <a:off x="2157300" y="2443760"/>
        <a:ext cx="1800000" cy="720000"/>
      </dsp:txXfrm>
    </dsp:sp>
    <dsp:sp modelId="{E9CACAC4-A2DA-452C-9BDE-77DED36E1A9E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D7F6D-40CE-4D09-BC67-8E0E9518DAB5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Digital divide is shrinking, but quality of use still matters.</a:t>
          </a:r>
          <a:endParaRPr lang="en-US" sz="1200" kern="1200"/>
        </a:p>
      </dsp:txBody>
      <dsp:txXfrm>
        <a:off x="4272300" y="2443760"/>
        <a:ext cx="1800000" cy="720000"/>
      </dsp:txXfrm>
    </dsp:sp>
    <dsp:sp modelId="{E71C1AD6-A737-4137-A0D0-383476371B71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24F78C-E245-429A-8729-E5F66439150E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 dirty="0"/>
            <a:t>ICT is now a foundation of education, not just a supplement.</a:t>
          </a:r>
          <a:endParaRPr lang="en-US" sz="1200" b="0" kern="1200" dirty="0"/>
        </a:p>
      </dsp:txBody>
      <dsp:txXfrm>
        <a:off x="6387300" y="244376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9D204-BF9A-474E-A26A-4EF1CB9D6CB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691E4-59AC-4A12-8A15-945DCC04DA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7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paper, authors, and core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trade-offs and the ambiguity in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Table 1 and 2 from paper showing global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Interpretation: Digital divide persists across income and 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main results from Tables 4 &amp;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authors'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updated reflection contrasting 2016 and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7825" y="735283"/>
            <a:ext cx="3733800" cy="3165045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/>
              <a:t>Technology and Education: Computers, Software, and the Internet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7825" y="4078423"/>
            <a:ext cx="3733800" cy="2058657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/>
              <a:t>Based on Bulman &amp; Fairlie, NBER</a:t>
            </a:r>
            <a:br>
              <a:rPr lang="en-US" sz="2200"/>
            </a:br>
            <a:br>
              <a:rPr lang="en-US" sz="2200"/>
            </a:br>
            <a:r>
              <a:rPr lang="en-US" sz="2200" b="1"/>
              <a:t>By: Khamidov Mirzakalonboy</a:t>
            </a:r>
            <a:br>
              <a:rPr lang="en-US" sz="2200" b="1"/>
            </a:br>
            <a:r>
              <a:rPr lang="en-US" sz="2200" b="1"/>
              <a:t>id:474561</a:t>
            </a:r>
          </a:p>
        </p:txBody>
      </p:sp>
      <p:pic>
        <p:nvPicPr>
          <p:cNvPr id="7" name="Graphic 6" descr="Laptop">
            <a:extLst>
              <a:ext uri="{FF2B5EF4-FFF2-40B4-BE49-F238E27FC236}">
                <a16:creationId xmlns:a16="http://schemas.microsoft.com/office/drawing/2014/main" id="{37761C14-1F33-A5EC-E870-A1C498F38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9" name="Graphic 8" descr="Laptop">
            <a:extLst>
              <a:ext uri="{FF2B5EF4-FFF2-40B4-BE49-F238E27FC236}">
                <a16:creationId xmlns:a16="http://schemas.microsoft.com/office/drawing/2014/main" id="{5BA48323-6B60-43DF-B0A8-94F5A9519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300"/>
              <a:t>Education Production Function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dirty="0"/>
              <a:t>Achievement depends on</a:t>
            </a:r>
          </a:p>
          <a:p>
            <a:pPr lvl="1"/>
            <a:r>
              <a:rPr lang="en-US" sz="1900" dirty="0"/>
              <a:t>Student background (income, prior performance)</a:t>
            </a:r>
          </a:p>
          <a:p>
            <a:pPr lvl="1"/>
            <a:r>
              <a:rPr lang="en-US" sz="1900" dirty="0"/>
              <a:t>School resources</a:t>
            </a:r>
          </a:p>
          <a:p>
            <a:pPr lvl="1"/>
            <a:r>
              <a:rPr lang="en-US" sz="1900" dirty="0"/>
              <a:t>Computer/Internet access (ICT)</a:t>
            </a:r>
          </a:p>
          <a:p>
            <a:pPr lvl="1"/>
            <a:r>
              <a:rPr lang="en-US" sz="1900" dirty="0"/>
              <a:t>Teacher time vs. Computer-assisted instruction (CAI)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 b="1"/>
              <a:t>Data Sources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151CDB-92F2-BB74-1007-3B64355D56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4813" y="552091"/>
            <a:ext cx="4668251" cy="54315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OECD PISA (2012): Global student computer/Internet access.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European Commission (2012): EU school technology survey.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 NCES &amp; Census Bureau: Historical ICT adoption.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RCTs and Policy Evaluations: Israel, Netherlands, Peru, India, USA</a:t>
            </a:r>
            <a:r>
              <a:rPr lang="en-US" altLang="en-US" sz="1900" dirty="0">
                <a:latin typeface="Arial" panose="020B0604020202020204" pitchFamily="34" charset="0"/>
              </a:rPr>
              <a:t>.</a:t>
            </a:r>
            <a:endParaRPr kumimoji="0" lang="en-US" altLang="en-US" sz="19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300"/>
              <a:t>Global School Access (PISA)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09235D-E9D1-7C69-1B65-9FD275290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7774" y="2642616"/>
            <a:ext cx="2695323" cy="3605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FFB32D-EA11-52D9-410A-A71D412B4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096" y="2642616"/>
            <a:ext cx="3344364" cy="36057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A14B83C-B379-41FC-8327-600DA7EFD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957" y="458033"/>
            <a:ext cx="3943349" cy="726224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900"/>
              <a:t>Household access to computers &amp; Internet</a:t>
            </a:r>
          </a:p>
        </p:txBody>
      </p:sp>
      <p:pic>
        <p:nvPicPr>
          <p:cNvPr id="5" name="Content Placeholder 4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C3C6B085-CA4E-C880-15F9-63947F715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5249" y="1557339"/>
            <a:ext cx="3765959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41A0BACC-64FC-7A64-E670-4C6A7E865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498" y="1404257"/>
            <a:ext cx="4091354" cy="4905082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600"/>
              <a:t>Computers per student (1984–2008) and home Internet adoption (1984–2012)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2E5C94-429C-F90C-B953-BA1DE23EA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2903298"/>
            <a:ext cx="4210812" cy="308442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E03A70-7F4E-0EBB-C581-BFF69508A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90872" y="2924352"/>
            <a:ext cx="4210812" cy="3042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Evidence from ICT Investments in Schools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757EA7-8853-CA70-00BF-9A7FADACE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7669" y="1966293"/>
            <a:ext cx="732865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Evidence from Computer-Assisted Instruction (CAI)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69D96E-0000-E382-05C1-7AD2598C7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2600" y="2093438"/>
            <a:ext cx="8178799" cy="3557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Authors’ Results &amp; Conclusion</a:t>
            </a:r>
            <a:endParaRPr lang="en-US" dirty="0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6F53715C-5B2A-1556-B5A4-2A80A6B9DD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D06F-DAB1-81AD-BC43-F66A45A2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 Conclusion</a:t>
            </a:r>
            <a:endParaRPr lang="en-US" dirty="0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E30A343C-E0FF-E7B3-C278-9709B9B81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46994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2039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295</Words>
  <Application>Microsoft Office PowerPoint</Application>
  <PresentationFormat>On-screen Show (4:3)</PresentationFormat>
  <Paragraphs>35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Technology and Education: Computers, Software, and the Internet</vt:lpstr>
      <vt:lpstr>Education Production Function</vt:lpstr>
      <vt:lpstr>Data Sources</vt:lpstr>
      <vt:lpstr>Global School Access (PISA)</vt:lpstr>
      <vt:lpstr>Household access to computers &amp; Internet</vt:lpstr>
      <vt:lpstr>Computers per student (1984–2008) and home Internet adoption (1984–2012)</vt:lpstr>
      <vt:lpstr>Evidence from ICT Investments in Schools</vt:lpstr>
      <vt:lpstr>Evidence from Computer-Assisted Instruction (CAI)</vt:lpstr>
      <vt:lpstr>Authors’ Results &amp; Conclusion</vt:lpstr>
      <vt:lpstr>My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Mirzakalonboy Khamidov</dc:creator>
  <cp:keywords/>
  <dc:description>generated using python-pptx</dc:description>
  <cp:lastModifiedBy>Bekdullo Kudratilloev</cp:lastModifiedBy>
  <cp:revision>2</cp:revision>
  <dcterms:created xsi:type="dcterms:W3CDTF">2013-01-27T09:14:16Z</dcterms:created>
  <dcterms:modified xsi:type="dcterms:W3CDTF">2025-09-17T00:53:46Z</dcterms:modified>
  <cp:category/>
</cp:coreProperties>
</file>